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BA870"/>
                </a:solidFill>
              </a:defRPr>
            </a:pPr>
            <a:r>
              <a:t>FACSS CRM &amp; OPERAÇÕES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Plataforma Integrada de Gestão B2B, Suporte Operacional e Telemetria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Desenvolvido por Flávio Alves | Python • Flask • Firebase • Cloud Deploy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A870"/>
                </a:solidFill>
              </a:defRPr>
            </a:pPr>
            <a:r>
              <a:t>O Desafio vs. A Solução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4846320" cy="1828800"/>
          </a:xfrm>
          <a:prstGeom prst="roundRect">
            <a:avLst/>
          </a:prstGeom>
          <a:solidFill>
            <a:srgbClr val="101C18"/>
          </a:solidFill>
          <a:ln>
            <a:solidFill>
              <a:srgbClr val="2B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2BA870"/>
                </a:solidFill>
              </a:defRPr>
            </a:pPr>
            <a:r>
              <a:t>Desafio Anterior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Dados espalhados e controle manual em planilhas sem rastreabilidade.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2011680"/>
            <a:ext cx="4846320" cy="1828800"/>
          </a:xfrm>
          <a:prstGeom prst="roundRect">
            <a:avLst/>
          </a:prstGeom>
          <a:solidFill>
            <a:srgbClr val="101C18"/>
          </a:solidFill>
          <a:ln>
            <a:solidFill>
              <a:srgbClr val="2B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2BA870"/>
                </a:solidFill>
              </a:defRPr>
            </a:pPr>
            <a:r>
              <a:t>Solução Centralizada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Repositório NoSQL em nuvem (Firebase) para dados em tempo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4846320" cy="1828800"/>
          </a:xfrm>
          <a:prstGeom prst="roundRect">
            <a:avLst/>
          </a:prstGeom>
          <a:solidFill>
            <a:srgbClr val="101C18"/>
          </a:solidFill>
          <a:ln>
            <a:solidFill>
              <a:srgbClr val="2B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2BA870"/>
                </a:solidFill>
              </a:defRPr>
            </a:pPr>
            <a:r>
              <a:t>Pipeline de Vendas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Visibilidade do funil B2B através de quadro Kanban intuitivo.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4846320" cy="1828800"/>
          </a:xfrm>
          <a:prstGeom prst="roundRect">
            <a:avLst/>
          </a:prstGeom>
          <a:solidFill>
            <a:srgbClr val="101C18"/>
          </a:solidFill>
          <a:ln>
            <a:solidFill>
              <a:srgbClr val="2B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2BA870"/>
                </a:solidFill>
              </a:defRPr>
            </a:pPr>
            <a:r>
              <a:t>Retenção Preditiva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Alertas automáticos de inatividade de clientes e controle de Health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A870"/>
                </a:solidFill>
              </a:defRPr>
            </a:pPr>
            <a:r>
              <a:t>Funcionalidades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📊 Painel Geral: Métricas executivas, saúde de carteira e gráficos com Chart.js.</a:t>
            </a:r>
            <a:b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🎯 Pipeline Kanban: Gestão de oportunidades B2B em estágios customizáveis.</a:t>
            </a:r>
            <a:b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🛠️ Ordens de Serviço: Chamados técnicos, criticidade e emissão de relatórios em PDF.</a:t>
            </a:r>
            <a:b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📧 Notificações SMTP: Disparo de e-mails de confirmação e boas-vindas via SSL.</a:t>
            </a:r>
            <a:b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📡 Módulos Operacionais: Controle de rastreadores, SIM Cards e vínculo com frotas.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A870"/>
                </a:solidFill>
              </a:defRPr>
            </a:pPr>
            <a:r>
              <a:t>Arquitetura &amp; Tecnologias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solidFill>
            <a:srgbClr val="101C18"/>
          </a:solidFill>
          <a:ln>
            <a:solidFill>
              <a:srgbClr val="2B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BA870"/>
                </a:solidFill>
              </a:defRPr>
            </a:pPr>
            <a:r>
              <a:t>Backend: </a:t>
            </a:r>
            <a:r>
              <a:rPr b="0">
                <a:solidFill>
                  <a:srgbClr val="FFFFFF"/>
                </a:solidFill>
              </a:rPr>
              <a:t>Python 3.11, Flask Framework, Jinja2 Templates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solidFill>
            <a:srgbClr val="101C18"/>
          </a:solidFill>
          <a:ln>
            <a:solidFill>
              <a:srgbClr val="2B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BA870"/>
                </a:solidFill>
              </a:defRPr>
            </a:pPr>
            <a:r>
              <a:t>Banco de Dados: </a:t>
            </a:r>
            <a:r>
              <a:rPr b="0">
                <a:solidFill>
                  <a:srgbClr val="FFFFFF"/>
                </a:solidFill>
              </a:rPr>
              <a:t>Google Cloud Firebase Firestore (NoSQL)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solidFill>
            <a:srgbClr val="101C18"/>
          </a:solidFill>
          <a:ln>
            <a:solidFill>
              <a:srgbClr val="2B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BA870"/>
                </a:solidFill>
              </a:defRPr>
            </a:pPr>
            <a:r>
              <a:t>Frontend: </a:t>
            </a:r>
            <a:r>
              <a:rPr b="0">
                <a:solidFill>
                  <a:srgbClr val="FFFFFF"/>
                </a:solidFill>
              </a:rPr>
              <a:t>Bootstrap 5.3 (Dark Theme), Chart.js, HTML5/CSS3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solidFill>
            <a:srgbClr val="101C18"/>
          </a:solidFill>
          <a:ln>
            <a:solidFill>
              <a:srgbClr val="2B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BA870"/>
                </a:solidFill>
              </a:defRPr>
            </a:pPr>
            <a:r>
              <a:t>Infraestrutura: </a:t>
            </a:r>
            <a:r>
              <a:rPr b="0">
                <a:solidFill>
                  <a:srgbClr val="FFFFFF"/>
                </a:solidFill>
              </a:rPr>
              <a:t>Render Cloud Platform, Git/GitHub, SMTP SSL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