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A870"/>
                </a:solidFill>
              </a:defRPr>
            </a:pPr>
            <a:r>
              <a:t>FACSS CRM &amp; OPERAÇÕES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Demonstração Visual da Intranet Enterprise B2B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Desenvolvido por Flávio Alves | Python • Flask • Firebase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A870"/>
                </a:solidFill>
              </a:defRPr>
            </a:pPr>
            <a:r>
              <a:t>Painel Geral &amp; Indicadores (KPIs)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Métricas em tempo real, saúde da carteira e carga de chamados.</a:t>
            </a:r>
          </a:p>
        </p:txBody>
      </p:sp>
      <p:pic>
        <p:nvPicPr>
          <p:cNvPr id="3" name="Picture 2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A870"/>
                </a:solidFill>
              </a:defRPr>
            </a:pPr>
            <a:r>
              <a:t>Gestão de Carteira B2B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Listagem de clientes ativos, responsáveis e status de retenção.</a:t>
            </a:r>
          </a:p>
        </p:txBody>
      </p:sp>
      <p:pic>
        <p:nvPicPr>
          <p:cNvPr id="3" name="Picture 2" descr="02_cl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A870"/>
                </a:solidFill>
              </a:defRPr>
            </a:pPr>
            <a:r>
              <a:t>Pipeline Kanban de Vendas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Acompanhamento visual de oportunidades por estágios de prospecção.</a:t>
            </a:r>
          </a:p>
        </p:txBody>
      </p:sp>
      <p:pic>
        <p:nvPicPr>
          <p:cNvPr id="3" name="Picture 2" descr="03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A870"/>
                </a:solidFill>
              </a:defRPr>
            </a:pPr>
            <a:r>
              <a:t>Central de Ordens de Serviço (OS)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Controle de chamados com níveis de criticidade e emissão de laudos.</a:t>
            </a:r>
          </a:p>
        </p:txBody>
      </p:sp>
      <p:pic>
        <p:nvPicPr>
          <p:cNvPr id="3" name="Picture 2" descr="04_ordens_serv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A870"/>
                </a:solidFill>
              </a:defRPr>
            </a:pPr>
            <a:r>
              <a:t>Módulos Operacionais &amp; Telemetria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Inventário de rastreadores, chips SIM e vínculo com clientes.</a:t>
            </a:r>
          </a:p>
        </p:txBody>
      </p:sp>
      <p:pic>
        <p:nvPicPr>
          <p:cNvPr id="3" name="Picture 2" descr="05_modu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